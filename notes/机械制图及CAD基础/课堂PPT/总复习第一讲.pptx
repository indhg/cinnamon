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slide" Target="slides/slide18.xml"/>
  <Relationship Id="rId21" Type="http://schemas.openxmlformats.org/officeDocument/2006/relationships/slide" Target="slides/slide19.xml"/>
  <Relationship Id="rId22" Type="http://schemas.openxmlformats.org/officeDocument/2006/relationships/slide" Target="slides/slide20.xml"/>
  <Relationship Id="rId23" Type="http://schemas.openxmlformats.org/officeDocument/2006/relationships/slide" Target="slides/slide21.xml"/>
  <Relationship Id="rId24" Type="http://schemas.openxmlformats.org/officeDocument/2006/relationships/slide" Target="slides/slide22.xml"/>
  <Relationship Id="rId25" Type="http://schemas.openxmlformats.org/officeDocument/2006/relationships/slide" Target="slides/slide23.xml"/>
  <Relationship Id="rId26" Type="http://schemas.openxmlformats.org/officeDocument/2006/relationships/slide" Target="slides/slide24.xml"/>
  <Relationship Id="rId27" Type="http://schemas.openxmlformats.org/officeDocument/2006/relationships/slide" Target="slides/slide25.xml"/>
  <Relationship Id="rId28" Type="http://schemas.openxmlformats.org/officeDocument/2006/relationships/slide" Target="slides/slide26.xml"/>
  <Relationship Id="rId29" Type="http://schemas.openxmlformats.org/officeDocument/2006/relationships/slide" Target="slides/slide27.xml"/>
  <Relationship Id="rId30" Type="http://schemas.openxmlformats.org/officeDocument/2006/relationships/slide" Target="slides/slide28.xml"/>
  <Relationship Id="rId31" Type="http://schemas.openxmlformats.org/officeDocument/2006/relationships/slide" Target="slides/slide29.xml"/>
  <Relationship Id="rId32" Type="http://schemas.openxmlformats.org/officeDocument/2006/relationships/slide" Target="slides/slide30.xml"/>
  <Relationship Id="rId33" Type="http://schemas.openxmlformats.org/officeDocument/2006/relationships/slide" Target="slides/slide31.xml"/>
  <Relationship Id="rId34" Type="http://schemas.openxmlformats.org/officeDocument/2006/relationships/slide" Target="slides/slide32.xml"/>
  <Relationship Id="rId35" Type="http://schemas.openxmlformats.org/officeDocument/2006/relationships/slide" Target="slides/slide33.xml"/>
  <Relationship Id="rId36" Type="http://schemas.openxmlformats.org/officeDocument/2006/relationships/presProps" Target="presProps.xml"/>
  <Relationship Id="rId37" Type="http://schemas.openxmlformats.org/officeDocument/2006/relationships/viewProps" Target="viewProps.xml"/>
  <Relationship Id="rId38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0705200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ed9b64e001640300be12ed4a7467f2901.jp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0efa961634958fe9972aaec6fcc9f852.jp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a8066b1ffe649f9487f502dd35944833.jp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679e7fff367c8479cc5df2d1e0bc53634.jp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81d139c33444e85c0222dc0d3e205e15.jp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3f9fa4a27f3ff64e032c96aab4593faf6.jp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a626bfb13c41edcf5cb77c2170ac2577.jp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e79216668f66ae0451cabaca4fd2efb48.jp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6b1d377361aeef6717315fd4c38738519.jp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6e2da451f8ec717cc4e7f3bf7fd20af10.jp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12b420794cdc7aa357d464153f7efd4811.jp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47522b7e9aaef020fb4c90561303d9be12.jpg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22036a82f8eddf92f348ff268a46d60a13.jpg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552b7dc02acc6ca094a620c60c4521814.jpg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167f56f18fb199ea9cd69fe4a70bcdb715.jpg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1dc45ac693f6b89b8f5b4d5a41cb628b16.jpg"/>
</Relationships>
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685a7de87483115405a48a6d869f3cf517.jpg"/>
</Relationships>
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23cb435761c1d8a661837d2e106efc4e18.jpg"/>
</Relationships>
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1d2ea786eabca91c5d5618be5895bd319.jpg"/>
</Relationships>
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223ed736ff347fb2c58646ebdeb2ecec20.jpg"/>
</Relationships>
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dc29c372f351ea2e0a1a3a6ff21dc2d821.jpg"/>
</Relationships>
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9a30b8cd19758642011919554b74e17922.jpg"/>
</Relationships>
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d81c5c3cc365f7af417fe3f2e6dafc2823.jpg"/>
</Relationships>
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24e32f12ecf80342b9ea76f2409e806924.jpg"/>
</Relationships>
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e7c8c8bd185da695289d56bb51be97e25.jpg"/>
</Relationships>
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7ad78b225ca529b003e5d16ad20f87f826.jpg"/>
</Relationships>
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7b47b651130b863f6a2cbb2de9dab67d27.jpg"/>
</Relationships>
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92f69c47d69f577b80763dcaafc9959828.jpg"/>
</Relationships>
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d61b337dceb98f489900474b90a0d4929.jpg"/>
</Relationships>
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46e3f7acd41e87dbff04f82beb09aaf330.jpg"/>
</Relationships>
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97f6b38e3386c0626d943170ec8d6a0931.jpg"/>
</Relationships>
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dba16db96bd5fabbab15a9d8cd56b05a32.jpg"/>
</Relationships>
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2e4805faad6f331738d9a933d12353fb33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66">
  <a:themeElements>
    <a:clrScheme name="Theme6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66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6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33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PHPOffice</dc:creator>
  <cp:lastModifiedBy>PHPPresentation Team</cp:lastModifiedBy>
  <dcterms:created xsi:type="dcterms:W3CDTF">2026-06-17T09:35:26Z</dcterms:created>
  <dcterms:modified xsi:type="dcterms:W3CDTF">2026-06-17T09:35:26Z</dcterms:modified>
  <dc:title>Sample 02 Title</dc:title>
  <dc:description>Sample 02 Description</dc:description>
  <dc:subject>Sample 02 Subject</dc:subject>
  <cp:keywords>office 2007 openxml libreoffice odt php</cp:keywords>
  <cp:category>Sample Category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