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88">
  <a:themeElements>
    <a:clrScheme name="Theme8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 Unicode MS</vt:lpstr>
      <vt:lpstr>Calibri</vt:lpstr>
      <vt:lpstr>Theme88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叶恩祺</cp:lastModifiedBy>
  <cp:revision>1</cp:revision>
  <dcterms:created xsi:type="dcterms:W3CDTF">2026-05-19T08:25:51Z</dcterms:created>
  <dcterms:modified xsi:type="dcterms:W3CDTF">2026-05-19T08:25:51Z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B4E770D9D8F9495C95B7E39770FBBA3D_12</vt:lpwstr>
  </property>
  <property fmtid="{D5CDD505-2E9C-101B-9397-08002B2CF9AE}" pid="3" name="KSOProductBuildVer">
    <vt:lpwstr>2052-12.1.0.23542</vt:lpwstr>
  </property>
</Properties>
</file>