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slide" Target="slides/slide15.xml"/>
  <Relationship Id="rId18" Type="http://schemas.openxmlformats.org/officeDocument/2006/relationships/slide" Target="slides/slide16.xml"/>
  <Relationship Id="rId19" Type="http://schemas.openxmlformats.org/officeDocument/2006/relationships/slide" Target="slides/slide17.xml"/>
  <Relationship Id="rId20" Type="http://schemas.openxmlformats.org/officeDocument/2006/relationships/slide" Target="slides/slide18.xml"/>
  <Relationship Id="rId21" Type="http://schemas.openxmlformats.org/officeDocument/2006/relationships/slide" Target="slides/slide19.xml"/>
  <Relationship Id="rId22" Type="http://schemas.openxmlformats.org/officeDocument/2006/relationships/slide" Target="slides/slide20.xml"/>
  <Relationship Id="rId23" Type="http://schemas.openxmlformats.org/officeDocument/2006/relationships/slide" Target="slides/slide21.xml"/>
  <Relationship Id="rId24" Type="http://schemas.openxmlformats.org/officeDocument/2006/relationships/slide" Target="slides/slide22.xml"/>
  <Relationship Id="rId25" Type="http://schemas.openxmlformats.org/officeDocument/2006/relationships/slide" Target="slides/slide23.xml"/>
  <Relationship Id="rId26" Type="http://schemas.openxmlformats.org/officeDocument/2006/relationships/slide" Target="slides/slide24.xml"/>
  <Relationship Id="rId27" Type="http://schemas.openxmlformats.org/officeDocument/2006/relationships/slide" Target="slides/slide25.xml"/>
  <Relationship Id="rId28" Type="http://schemas.openxmlformats.org/officeDocument/2006/relationships/slide" Target="slides/slide26.xml"/>
  <Relationship Id="rId29" Type="http://schemas.openxmlformats.org/officeDocument/2006/relationships/slide" Target="slides/slide27.xml"/>
  <Relationship Id="rId30" Type="http://schemas.openxmlformats.org/officeDocument/2006/relationships/slide" Target="slides/slide28.xml"/>
  <Relationship Id="rId31" Type="http://schemas.openxmlformats.org/officeDocument/2006/relationships/slide" Target="slides/slide29.xml"/>
  <Relationship Id="rId32" Type="http://schemas.openxmlformats.org/officeDocument/2006/relationships/slide" Target="slides/slide30.xml"/>
  <Relationship Id="rId33" Type="http://schemas.openxmlformats.org/officeDocument/2006/relationships/slide" Target="slides/slide31.xml"/>
  <Relationship Id="rId34" Type="http://schemas.openxmlformats.org/officeDocument/2006/relationships/slide" Target="slides/slide32.xml"/>
  <Relationship Id="rId35" Type="http://schemas.openxmlformats.org/officeDocument/2006/relationships/slide" Target="slides/slide33.xml"/>
  <Relationship Id="rId36" Type="http://schemas.openxmlformats.org/officeDocument/2006/relationships/slide" Target="slides/slide34.xml"/>
  <Relationship Id="rId37" Type="http://schemas.openxmlformats.org/officeDocument/2006/relationships/slide" Target="slides/slide35.xml"/>
  <Relationship Id="rId38" Type="http://schemas.openxmlformats.org/officeDocument/2006/relationships/slide" Target="slides/slide36.xml"/>
  <Relationship Id="rId39" Type="http://schemas.openxmlformats.org/officeDocument/2006/relationships/slide" Target="slides/slide37.xml"/>
  <Relationship Id="rId40" Type="http://schemas.openxmlformats.org/officeDocument/2006/relationships/slide" Target="slides/slide38.xml"/>
  <Relationship Id="rId41" Type="http://schemas.openxmlformats.org/officeDocument/2006/relationships/slide" Target="slides/slide39.xml"/>
  <Relationship Id="rId42" Type="http://schemas.openxmlformats.org/officeDocument/2006/relationships/slide" Target="slides/slide40.xml"/>
  <Relationship Id="rId43" Type="http://schemas.openxmlformats.org/officeDocument/2006/relationships/slide" Target="slides/slide41.xml"/>
  <Relationship Id="rId44" Type="http://schemas.openxmlformats.org/officeDocument/2006/relationships/slide" Target="slides/slide42.xml"/>
  <Relationship Id="rId45" Type="http://schemas.openxmlformats.org/officeDocument/2006/relationships/presProps" Target="presProps.xml"/>
  <Relationship Id="rId46" Type="http://schemas.openxmlformats.org/officeDocument/2006/relationships/viewProps" Target="viewProps.xml"/>
  <Relationship Id="rId47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1797010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de8a59d665f71eec4a658fc48cc797241.jp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950f2da31581740e38aab016fdd50b3f2.jp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9915b8c38e7b7bff6c4b7557676c24123.jp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1c9e6e7db3e9989df2275334ceb05a334.jp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0bf5a10d12d4145f1f364a84973266ca5.jp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20c20e757ba83b112c1b691a355008f6.jp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d3d56b7524e6b954743c9a93daeeb2597.jp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519e0bc2d11aa014ee8c55f9324fbdee8.jp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98cb99cd5cdbaf2a780d2b7ef8da5ed39.jp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eed18ba274a97384a89093d1963ec7ad10.jp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2c9edf1e8e6e5776af439cc18c7bc6ec11.jpg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8caffdeca746cf6abc318b389e3ee23c12.jpg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6aaa330a5a9bb0a85790e4c00b256f6813.jpg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adbb9bbd9e566da7ac6b49da05ab5c6d14.jpg"/>
</Relationships>
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92df31a40bdfe6504dfa08d66ec64a4e15.jpg"/>
</Relationships>
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1d86f209932b7db96a4c6415531bfa3916.jpg"/>
</Relationships>
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56d91e6a8bbbae3c32558dc55dcf723a17.jpg"/>
</Relationships>
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7d70bd6a983c87706f30d4c02c2ee62418.jpg"/>
</Relationships>
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91505368afc87cb5a1c207ced749005e19.jpg"/>
</Relationships>
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ea05ad6ef78ba1c0602f0a314c9802e120.jpg"/>
</Relationships>
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6ed13ba5833f3c00b70796efb9da4adf21.jpg"/>
</Relationships>
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98ff5c3e3a5a99e694fbb8d53146ea2922.jpg"/>
</Relationships>
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82aedcfc3b8e255a892c8eaf68530fa823.jpg"/>
</Relationships>
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01930811836cc1a19dc724bd075db0f624.jpg"/>
</Relationships>
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e4093259e8ac234a8753df658b61136d25.jpg"/>
</Relationships>
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6a8605e33d5497f2e55a481a9de0ae7f26.jpg"/>
</Relationships>

</file>

<file path=ppt/slides/_rels/slide2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43acd43263c8f306a48735cf2d281c8927.jpg"/>
</Relationships>

</file>

<file path=ppt/slides/_rels/slide2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de72ed5ca2c07e517f40a9810a6bc0c128.jpg"/>
</Relationships>

</file>

<file path=ppt/slides/_rels/slide2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621019319d1e3bbf26000635f86a49a29.jpg"/>
</Relationships>

</file>

<file path=ppt/slides/_rels/slide3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5164386dadf1b1d288575a54f86b76d30.jpg"/>
</Relationships>

</file>

<file path=ppt/slides/_rels/slide3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83d4c1e083dcbbba16f182721fe4525831.jpg"/>
</Relationships>

</file>

<file path=ppt/slides/_rels/slide3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d32db2e3f691a7a92a90599cc1b9f4c932.jpg"/>
</Relationships>

</file>

<file path=ppt/slides/_rels/slide3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0b8ad0cee20e5e05d25851604339acea33.jpg"/>
</Relationships>

</file>

<file path=ppt/slides/_rels/slide3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8c4508472348a3d79a16a6403931cde834.jpg"/>
</Relationships>

</file>

<file path=ppt/slides/_rels/slide3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3aa042f053bcaccab75ef18fdad8df0a35.jpg"/>
</Relationships>

</file>

<file path=ppt/slides/_rels/slide3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d7f2b1be5426e9a120f74d7782fb681a36.jpg"/>
</Relationships>

</file>

<file path=ppt/slides/_rels/slide3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117e2464a3ad7021497015fdd98858d537.jpg"/>
</Relationships>

</file>

<file path=ppt/slides/_rels/slide3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15fa03e0df26c52689308ee51ba48bc38.jpg"/>
</Relationships>

</file>

<file path=ppt/slides/_rels/slide3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a4700e93ce5eb76faa31f4afcad32da739.jpg"/>
</Relationships>

</file>

<file path=ppt/slides/_rels/slide4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89faa3c03387c27a60905a6b5f566fb40.jpg"/>
</Relationships>

</file>

<file path=ppt/slides/_rels/slide4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a22d4f2dd2a4176246c5027832f3f64841.jpg"/>
</Relationships>

</file>

<file path=ppt/slides/_rels/slide4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22b4e861dd51dc4fa6629653b71f59e242.jp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61">
  <a:themeElements>
    <a:clrScheme name="Theme6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61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6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42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PHPOffice</dc:creator>
  <cp:lastModifiedBy>PHPPresentation Team</cp:lastModifiedBy>
  <dcterms:created xsi:type="dcterms:W3CDTF">2026-06-30T00:52:16Z</dcterms:created>
  <dcterms:modified xsi:type="dcterms:W3CDTF">2026-06-30T00:52:16Z</dcterms:modified>
  <dc:title>Sample 02 Title</dc:title>
  <dc:description>Sample 02 Description</dc:description>
  <dc:subject>Sample 02 Subject</dc:subject>
  <cp:keywords>office 2007 openxml libreoffice odt php</cp:keywords>
  <cp:category>Sample Category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