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kern="1200">
          <a:solidFill>
            <a:schemeClr val="lt1"/>
          </a:solidFill>
        </a:defRPr>
      </a:lvl1pPr>
    </p:titleStyle>
    <p:bodyStyle>
      <a:lvl1pPr indent="-325120" algn="ctr">
        <a:defRPr sz="3200" kern="1200">
          <a:solidFill>
            <a:schemeClr val="tx1"/>
          </a:solidFill>
        </a:defRPr>
      </a:lvl1pPr>
    </p:bodyStyle>
    <p:otherStyle>
      <a:defPPr algn="ctr">
        <a:defRPr kern="1200">
          <a:solidFill>
            <a:schemeClr val="tx1"/>
          </a:solidFill>
        </a:defRPr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25">
  <a:themeElements>
    <a:clrScheme name="Theme2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/>
  <Paragraphs>0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Arial Unicode MS</vt:lpstr>
      <vt:lpstr>Calibri</vt:lpstr>
      <vt:lpstr>Theme25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creator>PHPOffice</dc:creator>
  <cp:keywords>office 2007 openxml libreoffice odt php</cp:keywords>
  <dc:description>Sample 02 Description</dc:description>
  <dc:subject>Sample 02 Subject</dc:subject>
  <cp:category>Sample Category</cp:category>
  <cp:lastModifiedBy>叶恩祺</cp:lastModifiedBy>
  <cp:revision>1</cp:revision>
  <dcterms:created xsi:type="dcterms:W3CDTF">2026-05-19T08:25:56Z</dcterms:created>
  <dcterms:modified xsi:type="dcterms:W3CDTF">2026-05-19T08:25:56Z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84F28953A2A74090A87DA1EDC06E9B45_12</vt:lpwstr>
  </property>
  <property fmtid="{D5CDD505-2E9C-101B-9397-08002B2CF9AE}" pid="3" name="KSOProductBuildVer">
    <vt:lpwstr>2052-12.1.0.23542</vt:lpwstr>
  </property>
</Properties>
</file>